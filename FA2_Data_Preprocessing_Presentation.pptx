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8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202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09479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790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4317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29712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42936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0562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17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53217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96174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1378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6730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06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858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100" y="11201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Multi-Campus Education Data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2641" y="16687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Pipeline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9371" y="2421752"/>
            <a:ext cx="8229600" cy="1531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FA2 Group 3 Members: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CYUMUGISHA Dorine 25RP19746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RUHAMO Rose            25RP21044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IZABAYO Clementine   25RP21648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397482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Rwanda Polytechnic-Huye college</a:t>
            </a:r>
          </a:p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February 12,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67E01D-9C82-D26E-FABE-40F171A9996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90500" y="89038"/>
            <a:ext cx="6248400" cy="11010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sz="1800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comprehensive preprocessing pipeline to integrate student, course, and assessment data from three Rwanda Polytechnic campuses (Kigali, Huye, Musanze)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4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Challenge: </a:t>
            </a:r>
            <a:r>
              <a:rPr lang="en-US" sz="1800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datasets contained missing values, duplicates, outliers, format inconsistencies, and noisy data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4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 </a:t>
            </a:r>
            <a:r>
              <a:rPr lang="en-US" sz="1800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Clean, unified gold dataset ready for performance prediction and dropout-risk analysis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Workflow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09728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RW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creation &amp; Loading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108960" y="1600200"/>
            <a:ext cx="182880" cy="274320"/>
          </a:xfrm>
          <a:prstGeom prst="rightArrow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RW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109728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RW"/>
          </a:p>
        </p:txBody>
      </p:sp>
      <p:sp>
        <p:nvSpPr>
          <p:cNvPr id="8" name="Text 6"/>
          <p:cNvSpPr/>
          <p:nvPr/>
        </p:nvSpPr>
        <p:spPr>
          <a:xfrm>
            <a:off x="3383280" y="1188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182880" cy="274320"/>
          </a:xfrm>
          <a:prstGeom prst="rightArrow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RW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560320" cy="109728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RW"/>
          </a:p>
        </p:txBody>
      </p:sp>
      <p:sp>
        <p:nvSpPr>
          <p:cNvPr id="11" name="Text 9"/>
          <p:cNvSpPr/>
          <p:nvPr/>
        </p:nvSpPr>
        <p:spPr>
          <a:xfrm>
            <a:off x="6309360" y="1188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560320" cy="109728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RW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 rot="10800000">
            <a:off x="3017520" y="3342806"/>
            <a:ext cx="365760" cy="187376"/>
          </a:xfrm>
          <a:prstGeom prst="rightArrow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RW"/>
          </a:p>
        </p:txBody>
      </p:sp>
      <p:sp>
        <p:nvSpPr>
          <p:cNvPr id="15" name="Shape 13"/>
          <p:cNvSpPr/>
          <p:nvPr/>
        </p:nvSpPr>
        <p:spPr>
          <a:xfrm>
            <a:off x="3383280" y="2926080"/>
            <a:ext cx="2560320" cy="109728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RW"/>
          </a:p>
        </p:txBody>
      </p:sp>
      <p:sp>
        <p:nvSpPr>
          <p:cNvPr id="16" name="Text 14"/>
          <p:cNvSpPr/>
          <p:nvPr/>
        </p:nvSpPr>
        <p:spPr>
          <a:xfrm>
            <a:off x="3383280" y="29260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 rot="10800000">
            <a:off x="6035038" y="3395272"/>
            <a:ext cx="403235" cy="216608"/>
          </a:xfrm>
          <a:prstGeom prst="rightArrow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RW"/>
          </a:p>
        </p:txBody>
      </p:sp>
      <p:sp>
        <p:nvSpPr>
          <p:cNvPr id="18" name="Shape 16"/>
          <p:cNvSpPr/>
          <p:nvPr/>
        </p:nvSpPr>
        <p:spPr>
          <a:xfrm>
            <a:off x="6583680" y="2926080"/>
            <a:ext cx="2377440" cy="102870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R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09360" y="29260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92320" y="2400301"/>
            <a:ext cx="245839" cy="457200"/>
          </a:xfrm>
          <a:prstGeom prst="downArrow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RW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Issues Identified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230917"/>
              </p:ext>
            </p:extLst>
          </p:nvPr>
        </p:nvGraphicFramePr>
        <p:xfrm>
          <a:off x="457200" y="868680"/>
          <a:ext cx="8229600" cy="3717979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Issue Type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 Found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5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Values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Gender, DOB, Marks,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Attendance_Rate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Incomplete student profiles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5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Duplicates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Repeated Student IDs, duplicate assessments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Inflated counts, analysis errors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5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Outliers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 &gt; 100, negative values, attendance &gt; 1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Skewed statistics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5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Format Issues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Mixed date formats, inconsistent capitalization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Merge failures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7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Noisy Data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Special characters, extra spaces, typos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mismatches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Strategy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1066175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Imputation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75150"/>
            <a:ext cx="3474720" cy="2439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 (continuous):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Robust to outliers
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Categorical: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Most frequent value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Realistic existing dates</a:t>
            </a:r>
          </a:p>
        </p:txBody>
      </p:sp>
      <p:sp>
        <p:nvSpPr>
          <p:cNvPr id="8" name="Text 6"/>
          <p:cNvSpPr/>
          <p:nvPr/>
        </p:nvSpPr>
        <p:spPr>
          <a:xfrm>
            <a:off x="4754880" y="105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Cleaning Actions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37760" y="1675150"/>
            <a:ext cx="3474720" cy="2439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Kept latest records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Capped to mean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dates, text casing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special characters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vs After Data cleaning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286000" cy="10972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R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2286000" cy="10972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C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463040" y="2606040"/>
            <a:ext cx="274320" cy="228600"/>
          </a:xfrm>
          <a:prstGeom prst="downArrow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286000" cy="109728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91840" y="2926080"/>
            <a:ext cx="2286000" cy="10972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9184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9184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C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97680" y="2606040"/>
            <a:ext cx="274320" cy="228600"/>
          </a:xfrm>
          <a:prstGeom prst="downArrow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286000" cy="109728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2648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264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26480" y="2926080"/>
            <a:ext cx="2286000" cy="109728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2648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2648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C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132320" y="2606040"/>
            <a:ext cx="274320" cy="228600"/>
          </a:xfrm>
          <a:prstGeom prst="downArrow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Engineered Features Created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Date-Time Features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 err="1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assessment_month</a:t>
            </a: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, </a:t>
            </a:r>
            <a:r>
              <a:rPr lang="en-US" dirty="0" err="1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assessment_weekday</a:t>
            </a: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, is_weekend_assessment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Aggregations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 err="1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student_course_count</a:t>
            </a: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, </a:t>
            </a:r>
            <a:r>
              <a:rPr lang="en-US" dirty="0" err="1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student_avg_mark</a:t>
            </a: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,</a:t>
            </a:r>
            <a:r>
              <a:rPr lang="en-US" dirty="0" err="1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student_max_mark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 err="1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student_fail_count</a:t>
            </a: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, student_total_credits_earned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Flags (Rule-Based)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is_at_risk: </a:t>
            </a: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Flags students with avg_mark &lt; 50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 err="1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low_attendance_flag</a:t>
            </a:r>
            <a:r>
              <a:rPr lang="en-US" b="1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Flags students with </a:t>
            </a:r>
            <a:r>
              <a:rPr lang="en-US" dirty="0" err="1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attendance_rate</a:t>
            </a: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0.75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Gold Dataset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gold_features.csv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6400800" cy="2286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RW"/>
          </a:p>
        </p:txBody>
      </p:sp>
      <p:sp>
        <p:nvSpPr>
          <p:cNvPr id="6" name="Text 4"/>
          <p:cNvSpPr/>
          <p:nvPr/>
        </p:nvSpPr>
        <p:spPr>
          <a:xfrm>
            <a:off x="1828800" y="20116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Integrated data from 3 campuses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0% missing values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All duplicates removed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Scaled numeric features (Z-score normalization)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One-hot encoded categorical variables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8+ engineered features for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Performance bands (Fail/Pass/Credit/Distinction)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dirty="0">
                <a:solidFill>
                  <a:srgbClr val="2C2C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Ready for ML modeling and analytics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from Cleaned Data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10627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1: Student Performance Patterns by Campus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403673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student marks differ by campus, with Musanze demonstrating relatively lower performance than the other campuses.</a:t>
            </a:r>
          </a:p>
        </p:txBody>
      </p:sp>
      <p:sp>
        <p:nvSpPr>
          <p:cNvPr id="8" name="Text 6"/>
          <p:cNvSpPr/>
          <p:nvPr/>
        </p:nvSpPr>
        <p:spPr>
          <a:xfrm>
            <a:off x="4937760" y="1106274"/>
            <a:ext cx="3657600" cy="722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2: At risk students by campus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37760" y="2028169"/>
            <a:ext cx="3566160" cy="1502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academic risk indicators shows that Musanze campus has the highest proportion of at-risk students compared to the other campuses, aligning with its relatively lower average marks.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637E97-2ECF-FB91-1621-FA2479B5B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13" y="331465"/>
            <a:ext cx="7223774" cy="413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284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5E0A22-EE26-F2C2-206E-15D453484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3" y="422905"/>
            <a:ext cx="6400813" cy="400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4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5BA72-84CE-91D2-DD2B-54AAF7E75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RW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46989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431</TotalTime>
  <Words>502</Words>
  <Application>Microsoft Office PowerPoint</Application>
  <PresentationFormat>On-screen Show (16:9)</PresentationFormat>
  <Paragraphs>110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Gill Sans MT</vt:lpstr>
      <vt:lpstr>Times New Roman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Multi-Campus Data Preprocessing Pipeline</dc:title>
  <dc:subject>PptxGenJS Presentation</dc:subject>
  <dc:creator>Rwanda Polytechnic Students</dc:creator>
  <cp:lastModifiedBy>RUHAMO Rose</cp:lastModifiedBy>
  <cp:revision>26</cp:revision>
  <dcterms:created xsi:type="dcterms:W3CDTF">2026-02-11T09:33:08Z</dcterms:created>
  <dcterms:modified xsi:type="dcterms:W3CDTF">2026-02-12T14:26:31Z</dcterms:modified>
</cp:coreProperties>
</file>